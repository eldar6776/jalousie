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49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9C2C1-3D94-4D04-9A17-F3F4AB960761}" type="datetimeFigureOut">
              <a:rPr lang="en-US" smtClean="0"/>
              <a:t>10/19/2024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CFDC93-13C3-407E-9C51-C882ED3B90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16260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9C2C1-3D94-4D04-9A17-F3F4AB960761}" type="datetimeFigureOut">
              <a:rPr lang="en-US" smtClean="0"/>
              <a:t>10/19/2024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CFDC93-13C3-407E-9C51-C882ED3B90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52422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9C2C1-3D94-4D04-9A17-F3F4AB960761}" type="datetimeFigureOut">
              <a:rPr lang="en-US" smtClean="0"/>
              <a:t>10/19/2024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CFDC93-13C3-407E-9C51-C882ED3B90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2820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9C2C1-3D94-4D04-9A17-F3F4AB960761}" type="datetimeFigureOut">
              <a:rPr lang="en-US" smtClean="0"/>
              <a:t>10/19/2024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CFDC93-13C3-407E-9C51-C882ED3B90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68421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9C2C1-3D94-4D04-9A17-F3F4AB960761}" type="datetimeFigureOut">
              <a:rPr lang="en-US" smtClean="0"/>
              <a:t>10/19/2024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CFDC93-13C3-407E-9C51-C882ED3B90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80011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9C2C1-3D94-4D04-9A17-F3F4AB960761}" type="datetimeFigureOut">
              <a:rPr lang="en-US" smtClean="0"/>
              <a:t>10/19/2024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CFDC93-13C3-407E-9C51-C882ED3B90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3601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9C2C1-3D94-4D04-9A17-F3F4AB960761}" type="datetimeFigureOut">
              <a:rPr lang="en-US" smtClean="0"/>
              <a:t>10/19/2024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CFDC93-13C3-407E-9C51-C882ED3B90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20717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9C2C1-3D94-4D04-9A17-F3F4AB960761}" type="datetimeFigureOut">
              <a:rPr lang="en-US" smtClean="0"/>
              <a:t>10/19/2024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CFDC93-13C3-407E-9C51-C882ED3B90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09562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9C2C1-3D94-4D04-9A17-F3F4AB960761}" type="datetimeFigureOut">
              <a:rPr lang="en-US" smtClean="0"/>
              <a:t>10/19/2024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CFDC93-13C3-407E-9C51-C882ED3B90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6280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9C2C1-3D94-4D04-9A17-F3F4AB960761}" type="datetimeFigureOut">
              <a:rPr lang="en-US" smtClean="0"/>
              <a:t>10/19/2024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CFDC93-13C3-407E-9C51-C882ED3B90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27848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9C2C1-3D94-4D04-9A17-F3F4AB960761}" type="datetimeFigureOut">
              <a:rPr lang="en-US" smtClean="0"/>
              <a:t>10/19/2024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CFDC93-13C3-407E-9C51-C882ED3B90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4304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69C2C1-3D94-4D04-9A17-F3F4AB960761}" type="datetimeFigureOut">
              <a:rPr lang="en-US" smtClean="0"/>
              <a:t>10/19/2024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CFDC93-13C3-407E-9C51-C882ED3B90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87272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755544" y="2891246"/>
            <a:ext cx="5064753" cy="2133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Oval 4"/>
          <p:cNvSpPr/>
          <p:nvPr/>
        </p:nvSpPr>
        <p:spPr>
          <a:xfrm>
            <a:off x="4023360" y="3222171"/>
            <a:ext cx="313509" cy="269966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4023359" y="3783874"/>
            <a:ext cx="313509" cy="269966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4040776" y="4347753"/>
            <a:ext cx="313509" cy="269966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4354285" y="3199702"/>
            <a:ext cx="450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bs-Latn-BA" dirty="0" smtClean="0">
                <a:solidFill>
                  <a:schemeClr val="bg1"/>
                </a:solidFill>
              </a:rPr>
              <a:t>UP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354285" y="3734191"/>
            <a:ext cx="3706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bs-Latn-BA" dirty="0" smtClean="0">
                <a:solidFill>
                  <a:schemeClr val="bg1"/>
                </a:solidFill>
              </a:rPr>
              <a:t>-&gt;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354285" y="4308216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bs-Latn-BA" dirty="0" smtClean="0">
                <a:solidFill>
                  <a:schemeClr val="bg1"/>
                </a:solidFill>
              </a:rPr>
              <a:t>DN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/>
          <p:cNvSpPr/>
          <p:nvPr/>
        </p:nvSpPr>
        <p:spPr>
          <a:xfrm>
            <a:off x="4805049" y="3851365"/>
            <a:ext cx="159314" cy="134983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/>
          <p:cNvSpPr/>
          <p:nvPr/>
        </p:nvSpPr>
        <p:spPr>
          <a:xfrm>
            <a:off x="5141599" y="3851364"/>
            <a:ext cx="159314" cy="134983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/>
          <p:cNvSpPr/>
          <p:nvPr/>
        </p:nvSpPr>
        <p:spPr>
          <a:xfrm>
            <a:off x="5478149" y="3841753"/>
            <a:ext cx="159314" cy="134983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/>
          <p:cNvSpPr/>
          <p:nvPr/>
        </p:nvSpPr>
        <p:spPr>
          <a:xfrm>
            <a:off x="5814699" y="3841752"/>
            <a:ext cx="159314" cy="134983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/>
          <p:cNvSpPr/>
          <p:nvPr/>
        </p:nvSpPr>
        <p:spPr>
          <a:xfrm>
            <a:off x="6198666" y="3841752"/>
            <a:ext cx="159314" cy="134983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/>
          <p:cNvSpPr/>
          <p:nvPr/>
        </p:nvSpPr>
        <p:spPr>
          <a:xfrm>
            <a:off x="6535216" y="3841751"/>
            <a:ext cx="159314" cy="134983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/>
          <p:cNvSpPr/>
          <p:nvPr/>
        </p:nvSpPr>
        <p:spPr>
          <a:xfrm>
            <a:off x="6869879" y="3841750"/>
            <a:ext cx="159314" cy="134983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/>
          <p:cNvSpPr/>
          <p:nvPr/>
        </p:nvSpPr>
        <p:spPr>
          <a:xfrm>
            <a:off x="7197468" y="3851364"/>
            <a:ext cx="159314" cy="134983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/>
          <p:cNvSpPr/>
          <p:nvPr/>
        </p:nvSpPr>
        <p:spPr>
          <a:xfrm>
            <a:off x="3503587" y="3847554"/>
            <a:ext cx="159314" cy="134983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4697326" y="3272524"/>
            <a:ext cx="27385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bs-Latn-BA" dirty="0" smtClean="0">
                <a:solidFill>
                  <a:schemeClr val="bg1"/>
                </a:solidFill>
              </a:rPr>
              <a:t>JALUSIE</a:t>
            </a:r>
          </a:p>
          <a:p>
            <a:r>
              <a:rPr lang="bs-Latn-BA" dirty="0" smtClean="0">
                <a:solidFill>
                  <a:schemeClr val="bg1"/>
                </a:solidFill>
              </a:rPr>
              <a:t>1     2    3    4     5    6    7     8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221256" y="4308216"/>
            <a:ext cx="12181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bs-Latn-BA" dirty="0" smtClean="0">
                <a:solidFill>
                  <a:schemeClr val="bg1"/>
                </a:solidFill>
              </a:rPr>
              <a:t>BUS ADDR.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2755544" y="3734191"/>
            <a:ext cx="7993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bs-Latn-BA" dirty="0" smtClean="0">
                <a:solidFill>
                  <a:schemeClr val="bg1"/>
                </a:solidFill>
              </a:rPr>
              <a:t>LEARN</a:t>
            </a:r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42" name="Group 41"/>
          <p:cNvGrpSpPr/>
          <p:nvPr/>
        </p:nvGrpSpPr>
        <p:grpSpPr>
          <a:xfrm>
            <a:off x="6330568" y="4180387"/>
            <a:ext cx="994087" cy="430630"/>
            <a:chOff x="6278323" y="4287068"/>
            <a:chExt cx="994087" cy="430630"/>
          </a:xfrm>
        </p:grpSpPr>
        <p:sp>
          <p:nvSpPr>
            <p:cNvPr id="24" name="Rectangle 23"/>
            <p:cNvSpPr/>
            <p:nvPr/>
          </p:nvSpPr>
          <p:spPr>
            <a:xfrm>
              <a:off x="6353265" y="4341051"/>
              <a:ext cx="919145" cy="376647"/>
            </a:xfrm>
            <a:prstGeom prst="rect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8" name="Group 27"/>
            <p:cNvGrpSpPr/>
            <p:nvPr/>
          </p:nvGrpSpPr>
          <p:grpSpPr>
            <a:xfrm>
              <a:off x="6479381" y="4441031"/>
              <a:ext cx="45719" cy="176688"/>
              <a:chOff x="6479381" y="4441031"/>
              <a:chExt cx="45719" cy="176688"/>
            </a:xfrm>
          </p:grpSpPr>
          <p:sp>
            <p:nvSpPr>
              <p:cNvPr id="25" name="Rectangle 24"/>
              <p:cNvSpPr/>
              <p:nvPr/>
            </p:nvSpPr>
            <p:spPr>
              <a:xfrm>
                <a:off x="6479381" y="4441031"/>
                <a:ext cx="45719" cy="176688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" name="Rectangle 25"/>
              <p:cNvSpPr/>
              <p:nvPr/>
            </p:nvSpPr>
            <p:spPr>
              <a:xfrm>
                <a:off x="6479381" y="4441031"/>
                <a:ext cx="45719" cy="75841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7" name="TextBox 26"/>
            <p:cNvSpPr txBox="1"/>
            <p:nvPr/>
          </p:nvSpPr>
          <p:spPr>
            <a:xfrm>
              <a:off x="6278323" y="4287068"/>
              <a:ext cx="926857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bs-Latn-BA" sz="800" dirty="0" smtClean="0">
                  <a:solidFill>
                    <a:schemeClr val="bg1"/>
                  </a:solidFill>
                </a:rPr>
                <a:t>ON-------------------</a:t>
              </a:r>
              <a:endParaRPr lang="en-US" sz="800" dirty="0">
                <a:solidFill>
                  <a:schemeClr val="bg1"/>
                </a:solidFill>
              </a:endParaRPr>
            </a:p>
          </p:txBody>
        </p:sp>
        <p:grpSp>
          <p:nvGrpSpPr>
            <p:cNvPr id="29" name="Group 28"/>
            <p:cNvGrpSpPr/>
            <p:nvPr/>
          </p:nvGrpSpPr>
          <p:grpSpPr>
            <a:xfrm>
              <a:off x="6623553" y="4441031"/>
              <a:ext cx="45719" cy="176688"/>
              <a:chOff x="6479381" y="4441031"/>
              <a:chExt cx="45719" cy="176688"/>
            </a:xfrm>
          </p:grpSpPr>
          <p:sp>
            <p:nvSpPr>
              <p:cNvPr id="30" name="Rectangle 29"/>
              <p:cNvSpPr/>
              <p:nvPr/>
            </p:nvSpPr>
            <p:spPr>
              <a:xfrm>
                <a:off x="6479381" y="4441031"/>
                <a:ext cx="45719" cy="176688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" name="Rectangle 30"/>
              <p:cNvSpPr/>
              <p:nvPr/>
            </p:nvSpPr>
            <p:spPr>
              <a:xfrm>
                <a:off x="6479381" y="4441031"/>
                <a:ext cx="45719" cy="75841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2" name="Group 31"/>
            <p:cNvGrpSpPr/>
            <p:nvPr/>
          </p:nvGrpSpPr>
          <p:grpSpPr>
            <a:xfrm>
              <a:off x="6767725" y="4441031"/>
              <a:ext cx="45719" cy="176688"/>
              <a:chOff x="6479381" y="4441031"/>
              <a:chExt cx="45719" cy="176688"/>
            </a:xfrm>
          </p:grpSpPr>
          <p:sp>
            <p:nvSpPr>
              <p:cNvPr id="33" name="Rectangle 32"/>
              <p:cNvSpPr/>
              <p:nvPr/>
            </p:nvSpPr>
            <p:spPr>
              <a:xfrm>
                <a:off x="6479381" y="4441031"/>
                <a:ext cx="45719" cy="176688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" name="Rectangle 33"/>
              <p:cNvSpPr/>
              <p:nvPr/>
            </p:nvSpPr>
            <p:spPr>
              <a:xfrm>
                <a:off x="6479381" y="4441031"/>
                <a:ext cx="45719" cy="75841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5" name="Group 34"/>
            <p:cNvGrpSpPr/>
            <p:nvPr/>
          </p:nvGrpSpPr>
          <p:grpSpPr>
            <a:xfrm>
              <a:off x="6911897" y="4441031"/>
              <a:ext cx="45719" cy="176688"/>
              <a:chOff x="6479381" y="4441031"/>
              <a:chExt cx="45719" cy="176688"/>
            </a:xfrm>
          </p:grpSpPr>
          <p:sp>
            <p:nvSpPr>
              <p:cNvPr id="36" name="Rectangle 35"/>
              <p:cNvSpPr/>
              <p:nvPr/>
            </p:nvSpPr>
            <p:spPr>
              <a:xfrm>
                <a:off x="6479381" y="4441031"/>
                <a:ext cx="45719" cy="176688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7" name="Rectangle 36"/>
              <p:cNvSpPr/>
              <p:nvPr/>
            </p:nvSpPr>
            <p:spPr>
              <a:xfrm>
                <a:off x="6479381" y="4441031"/>
                <a:ext cx="45719" cy="75841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8" name="Group 37"/>
            <p:cNvGrpSpPr/>
            <p:nvPr/>
          </p:nvGrpSpPr>
          <p:grpSpPr>
            <a:xfrm>
              <a:off x="7056069" y="4441031"/>
              <a:ext cx="45719" cy="176688"/>
              <a:chOff x="6479381" y="4441031"/>
              <a:chExt cx="45719" cy="176688"/>
            </a:xfrm>
          </p:grpSpPr>
          <p:sp>
            <p:nvSpPr>
              <p:cNvPr id="39" name="Rectangle 38"/>
              <p:cNvSpPr/>
              <p:nvPr/>
            </p:nvSpPr>
            <p:spPr>
              <a:xfrm>
                <a:off x="6479381" y="4441031"/>
                <a:ext cx="45719" cy="176688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0" name="Rectangle 39"/>
              <p:cNvSpPr/>
              <p:nvPr/>
            </p:nvSpPr>
            <p:spPr>
              <a:xfrm>
                <a:off x="6479381" y="4441031"/>
                <a:ext cx="45719" cy="75841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46" name="TextBox 45"/>
          <p:cNvSpPr txBox="1"/>
          <p:nvPr/>
        </p:nvSpPr>
        <p:spPr>
          <a:xfrm>
            <a:off x="6406464" y="4577141"/>
            <a:ext cx="91723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bs-Latn-BA" sz="800" dirty="0" smtClean="0">
                <a:solidFill>
                  <a:schemeClr val="bg1"/>
                </a:solidFill>
              </a:rPr>
              <a:t>A0  A1  A2  A3  A4</a:t>
            </a:r>
            <a:endParaRPr lang="en-US" sz="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70104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23</Words>
  <Application>Microsoft Office PowerPoint</Application>
  <PresentationFormat>Widescreen</PresentationFormat>
  <Paragraphs>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EDO</dc:creator>
  <cp:lastModifiedBy>EDO</cp:lastModifiedBy>
  <cp:revision>3</cp:revision>
  <dcterms:created xsi:type="dcterms:W3CDTF">2024-08-14T08:08:51Z</dcterms:created>
  <dcterms:modified xsi:type="dcterms:W3CDTF">2024-10-19T13:08:08Z</dcterms:modified>
</cp:coreProperties>
</file>